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4 tiết; nghỉ giữa giờ sau mục 3. Mục 4 và 5 dùng ngay ở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3 và 5 gần như chắc chắn xuất hiện trong bài kiểm tra tuần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bối cảnh: thời đó dung lượng kho rất đắt nên không ai đổ dữ liệu thô vào.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thẻ thứ ba: không sửa gì ở pha trích xuất là nguyên tắc bất di bất dịch.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Sinh viên hay bỏ qua vùng đệm rồi không chạy lại được từng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dòng thứ tư: công bố sau khi nạp xong là yêu cầu bắt buộc.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nguyên văn Reis &amp; Housley: biến đổi được xử lý ngay trong kho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từng cặp dòng đối nhau, đừng đọc hết cột trái rồi mới sang cột phải.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thiếu điều kiện nào thì ELT không còn hợp lý? Đáp án là bất kỳ điều kiện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Dòng thứ hai hay bị quên: quy định bảo vệ dữ liệu cá nhân có thể loại bỏ 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này để chặn hiểu nhầm phổ biến nhất về 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Sáu nhóm này là danh mục để sinh viên tự soát luồng của mình có thiếu bước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lỗi này chiếm phần lớn thời gian gỡ rối của một dự án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LEFT JOIN chứ không INNER: giá trị lạ phải hiện ra, không được biến mất.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viên: nếu hai bản ghi cùng updated_at thì chọn bản nào?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Dòng cuối liên quan tới quy định bảo vệ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cuối là cầu nối sang phần bảng chiều biến đổi chậm.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tập lớn dùng chuỗi tăng dần là đủ và đúng.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Loại 2 là mặc định của kho nghiêm túc; loại 1 chỉ dùng khi sửa lỗi chính tả.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viết dòng thứ ba khi khách xuống hạng vào tháng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cần biết tên; đề thi chỉ hỏi loại 1 và loại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Ảnh chụp tích luỹ là loại duy nhất được phép cập nhật dòng đã ghi.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Lỗi kinh điển: cộng số dư tài khoản qua các ngày rồi báo cáo con số vô nghĩa.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Năm quy tắc này là danh mục kiểm tra khi chấm phần thiết kế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Dòng cuối là quy tắc: không bao giờ bỏ sự kiện.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Airflow, Dagster, Prefect đều mô hình hoá luồng theo đúng cách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tập lớn nên dùng theo lịch cộng cảm biến chờ tệp.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 đã từng chạy lại một script và bị nhân đôi dữ liệu chưa.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chọn một trong hai cách và giải thích vì sao chọn cách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dòng thứ hai: thử lại lỗi lược đồ là lãng phí.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Nguyên tắc: thà dừng luồng còn hơn để dữ liệu sai đi tới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mỗi nhóm nộp ít nhất hai truy vấn kiểm tra như thế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cách ly là yêu cầu bắt buộc trong bài tập lớn, không phải tuỳ chọn.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Nối tiếp: siêu dữ liệu này sẽ được dùng lại ở Bài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giới thiệu khái niệm; không yêu cầu cài đặt trong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chốt cả bài; nhắc lại khi chấm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nhắc lại khác biệt ETL và ELT bằng một câu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2 và 4 là dạng câu hỏi của bài kiểm tra tuần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phần đọc thêm là chuẩn bị trực tiếp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ETL và ELT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Trích xuất, biến đổi, nạp: hai thứ tự và hệ quả của việc đảo thứ tự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3 · 4 tiết · Chuẩn đầu ra: CLO1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pha của ETL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ELT: đảo thứ tự hai pha cuối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Sáu nhóm phép biến đổi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Dựng bảng chiều và bảng sự kiện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Điều phối luồng và tính bình phương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Chất lượng dữ liệu và truy vết nguồn gốc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tả được nhiệm vụ của từng pha trong ETL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ETL hay ELT cho một tình huống cho trước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Cài đặt được bảng chiều biến đổi chậm loại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ba loại bảng sự kiện và ba loại độ đo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Viết được bước nạp có tính bình phương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 pha của 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Quy trình kinh điển, ra đời cùng kho dữ liệu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Trích xuất, biến đổi, nạp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2308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81492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Trích xuất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5656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5745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Biến đổi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(máy chủ riêng)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6081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9997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Nạp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65066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9425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Kho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mấu chốt: biến đổi diễn ra **ngoài** kho, trên một máy chủ chuyên dụng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chỉ nhận dữ liệu đã sạch và đã đúng cấu trúc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Pha trích xuất làm những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1676" y="2445308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1676" y="2507670"/>
            <a:ext cx="453542" cy="29480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1676" y="2740111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" y="2479324"/>
            <a:ext cx="340156" cy="68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Kết nối nguồn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CSDL, API, tệp, hàng đợi — mỗi loại một trình đọc riêng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527444" y="2467985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2271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phạm 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Toàn phần hay gia tăng, theo mốc thời gian nào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28369" y="4253788"/>
            <a:ext cx="340157" cy="453543"/>
          </a:xfrm>
          <a:custGeom>
            <a:avLst/>
            <a:gdLst/>
            <a:ahLst/>
            <a:cxnLst/>
            <a:rect l="l" t="t" r="r" b="b"/>
            <a:pathLst>
              <a:path w="340157" h="453543">
                <a:moveTo>
                  <a:pt x="0" y="0"/>
                </a:moveTo>
                <a:lnTo>
                  <a:pt x="255118" y="0"/>
                </a:lnTo>
                <a:lnTo>
                  <a:pt x="340157" y="85039"/>
                </a:lnTo>
                <a:lnTo>
                  <a:pt x="340157" y="453543"/>
                </a:lnTo>
                <a:lnTo>
                  <a:pt x="0" y="453543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383487" y="4253788"/>
            <a:ext cx="85039" cy="85039"/>
          </a:xfrm>
          <a:custGeom>
            <a:avLst/>
            <a:gdLst/>
            <a:ahLst/>
            <a:cxnLst/>
            <a:rect l="l" t="t" r="r" b="b"/>
            <a:pathLst>
              <a:path w="85039" h="85039">
                <a:moveTo>
                  <a:pt x="0" y="0"/>
                </a:moveTo>
                <a:lnTo>
                  <a:pt x="85039" y="85039"/>
                </a:lnTo>
                <a:lnTo>
                  <a:pt x="0" y="85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504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Giữ nguyên dạng thô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sửa gì ở bước này, để còn truy vết được về nguồn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527444" y="4253788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226771" y="0"/>
                </a:moveTo>
                <a:lnTo>
                  <a:pt x="453542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31538" y="4401190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31538" y="4599614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2271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Ghi nhận thất bại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751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Nguồn chết, mạng đứt, lược đồ đổi — phải chạy lại được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Vùng đệm dùng để làm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Giữ dữ liệu **giữa hai bước**, để mỗi bước chạy lại được độc lập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Tách thời điểm đọc nguồn khỏi thời điểm ghi vào kho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phép đối chiếu: số dòng đọc được so với số dòng ghi ra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Là nơi duy nhất được phép chứa dữ liệu bẩn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thể xoá sau khi nạp thành công, nhưng nên giữ vài ngày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Pha nạp: đầy hay gia tăng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Nạp đầy: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xoá sạch bảng đích rồi ghi lại từ đầu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Đơn giản và luôn đúng, nhưng không mở rộng được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Nạp gia tăng: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chỉ chèn thêm hoặc cập nhật phần thay đổi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Nạp xong mới công bố: người dùng không thấy bảng nửa vời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nhật ký số dòng đọc, ghi, loại bỏ ở mỗi lần chạy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ELT: đảo thứ tự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Nạp thô trước, biến đổi ngay bên trong kho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Trích xuất, nạp, biến đổi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2308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81492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Trích xuất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5656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5745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Nạp thô vào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vùng đệm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6081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9997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Biến đổi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(trong kho)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65066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9425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Bảng phân tích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đi gần như thẳng từ hệ tác nghiệp vào vùng đệm ở dạng **thô**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Biến đổi do chính kho thực hiện, không cần máy chủ biến đổi riêng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ETL so với ELT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Biến đổi trước khi vào kho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chỉ chứa dữ liệu đã sạch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Tiết kiệm dung lượng kho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Sửa quy tắc thì phải nạp lại từ nguồn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Cần công cụ và máy chủ biến đổi riêng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ELT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Nạp thô trước, biến đổi sau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giữ cả bản thô lẫn bản đã xử lý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Tốn dung lượng hơn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Sửa quy tắc chỉ cần chạy lại truy vấn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Biến đổi viết bằng SQL, ai biết SQL cũng sửa được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điều kiện làm ELT khả thi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679192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Lưu trữ rẻ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776472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Giữ bản thô không còn là gánh nặng chi phí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8322" y="2514600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338" y="2679192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Tính toán co giãn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3776472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 đám mây tách tính toán khỏi lưu trữ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404" y="2514600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7420" y="2679192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Lưu theo cột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420" y="3776472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Quét hàng tỷ dòng trở nên khả thi trong kho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Thiếu bất kỳ điều kiện nào thì ETL vẫn là lựa chọn đúng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ETL hay ELT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900"/>
                <a:gridCol w="1959487"/>
                <a:gridCol w="447882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Tình huống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Nên chọn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Vì sao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Kho tại chỗ, dung lượng hạn chế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ETL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đủ chỗ giữ bản thô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chứa thông tin cá nhân nhạy cảm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ETL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Phải ẩn danh hoá trước khi nạp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Kho đám mây, yêu cầu đổi liên tục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ELT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Sửa quy tắc không phải nạp lại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Nhiều nhà phân tích biết SQL, ít kỹ sư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ELT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Biến đổi viết bằng SQL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Cần dữ liệu gần thời gian thực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ELT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Bớt được một chặng trung gian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ELT không phải là ETL làm biếng — nó chỉ dời chỗ biến đổi vào trong kho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Bỏ hẳn bước biến đổi thì không phải ELT, mà là đổ dữ liệu bừa vào kho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Sáu nhóm phép biến đổi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Nơi phần lớn công sức của dự án thực sự nằm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 đồ sáu nhóm phép biến đổi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71676" y="2467985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0" y="0"/>
                </a:moveTo>
                <a:lnTo>
                  <a:pt x="453543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9" y="351496"/>
                </a:lnTo>
                <a:lnTo>
                  <a:pt x="170079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46504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Làm sạch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Sửa kiểu, xử lý ô thiếu, chuẩn hoá giá trị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97516" y="258137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92319" y="258137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856256" y="2672080"/>
            <a:ext cx="158740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83682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Hợp nhất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2162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Quy về cùng tên, cùng đơn vị, cùng bảng mã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89340" y="2388616"/>
            <a:ext cx="566928" cy="5669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465088" y="2564363"/>
            <a:ext cx="215433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465088" y="2564363"/>
            <a:ext cx="215433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20860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Khử trùng lặp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340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khách hàng chỉ còn một bản ghi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1046" y="4253788"/>
            <a:ext cx="294802" cy="29480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30416" y="4537252"/>
            <a:ext cx="136062" cy="9070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7424" y="4650638"/>
            <a:ext cx="102047" cy="51023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46504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Làm giàu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Thêm cột dẫn xuất, tra cứu từ nguồn khác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4418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08855" y="4253788"/>
            <a:ext cx="453542" cy="113386"/>
          </a:xfrm>
          <a:custGeom>
            <a:avLst/>
            <a:gdLst/>
            <a:ahLst/>
            <a:cxnLst/>
            <a:rect l="l" t="t" r="r" b="b"/>
            <a:pathLst>
              <a:path w="453542" h="113386">
                <a:moveTo>
                  <a:pt x="0" y="113386"/>
                </a:moveTo>
                <a:lnTo>
                  <a:pt x="124724" y="0"/>
                </a:lnTo>
                <a:lnTo>
                  <a:pt x="453542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8855" y="4367174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037673" y="4253788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3682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Định hình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2162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Dựng bảng chiều và bảng sự kiện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1596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74380" y="4537252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21781" y="4395520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69182" y="4253788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0860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Tổng hợp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9340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trước các mức tổng hợp hay dùng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Làm sạch: bốn lỗi kiểu dữ liệu hay gặp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Ngày tháng đọc sai định dạng: 03/04 là 3 tháng 4 hay 4 tháng 3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thập phân dùng dấu phẩy bị đọc thành chuỗi hoặc thành số nguyên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mã sai làm dấu tiếng Việt thành ký tự lạ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điện thoại mất số 0 ở đầu vì bị đọc thành kiểu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Nguyên tắc: **khai báo kiểu tường minh**, không để công cụ tự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Làm sạch và hợp nhất bằng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Nguồn thô trong vùng đệm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stg_khachhang(ma, ho_ten, email, tinh, ngay_sinh, doanh_thu)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Một truy vấn biến đổi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CAST(ma AS INT)                       AS ma_kh,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TRIM(INITCAP(ho_ten))                 AS ho_ten,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LOWER(TRIM(email))                    AS email,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COALESCE(dm.ten_chuan, 'KHONG RO')    AS tinh_chuan,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doanh_thu / 1000.0                    AS doanh_thu_nghin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stg_khachhang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LEFT JOIN dm_tinh dm ON UPPER(TRIM(s.tinh)) = dm.ten_goc;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tra cứu dm_tinh là cách hợp nhất tên tỉnh viết sai chính tả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Khử trùng lặp bằng hàm cửa sổ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Cùng một khách hàng xuất hiện nhiều lần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ma_kh  ho_ten        nguon   updated_at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1042  Nguyen Van A  CRM     2026-03-14 09:00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1042  NGUYEN VAN A  Web     2026-03-12 11:20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Giữ bản mới nhất của mỗi khoá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* FROM 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SELECT *, ROW_NUMBER() OVER 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PARTITION BY ma_kh ORDER BY updated_at DESC) AS rn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FROM stg_khachhang) 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WHERE rn = 1;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chốt trước **quy tắc ưu tiên**: mới nhất, hay nguồn nào đáng tin hơn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Làm giàu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Thêm cột **dẫn xuất** tính từ cột có sẵn: tuổi từ ngày sinh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Tra cứu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từ bảng tham chiếu: mã tỉnh thành tên vùng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Gắn nhãn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phân khúc: khách hàng mới, đang hoạt động, đã rời bỏ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cột dẫn xuất phải ghi rõ **công thức** trong siêu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làm giàu bằng dữ liệu chưa được phép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Dựng bảng chiều và bảng sự kiện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Phần định hình dữ liệu cho mô hình đa chiều ở Bài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Khoá thay thế trong bảng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Khoá nghiệp vụ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là mã do hệ nguồn cấp, ví dụ mã khách hàng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Khoá thay thế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là số nguyên do kho tự sinh, vô nghĩa với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sự kiện trỏ tới khoá thay thế, không trỏ tới khoá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 đó nguồn đổi mã hoặc gộp hệ thống không làm hỏng bảng sự kiện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Và nhờ đó mới lưu được nhiều phiên bản của cùng một khách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cách sinh khoá thay thế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937"/>
                <a:gridCol w="3799005"/>
                <a:gridCol w="405227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Ưu điểm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Nhược điểm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Chuỗi tăng dần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Đơn giản, gọn, dễ đọc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Khó song song hoá khi nạp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Băm khoá nghiệp vụ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Sinh song song được, tái lập được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Dài hơn, có nguy cơ đụng độ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danh toàn cục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đụng độ giữa các hệ thống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Tốn chỗ, đọc bằng mắt rất khó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loại bảng chiều biến đổi chậm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5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87"/>
                <a:gridCol w="4758754"/>
                <a:gridCol w="391897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Loại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Khi giá trị đổi thì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Hệ quả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Loại 0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cho phép đổi, giữ nguyên bản gốc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Dùng cho ngày sinh, mã số thuế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Loại 1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Ghi đè giá trị cũ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Mất lịch sử, báo cáo cũ đổi theo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Loại 2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Thêm dòng mới, đóng dòng cũ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Giữ đủ lịch sử, bảng phình to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Bảng chiều loại 2 làm bằng tay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Ngày 01/01: khách hàng 1042 hạng BẠC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khoa_tt  ma_kh  hang   tu_ngay     den_ngay    hien_hanh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501    1042   BAC    2026-01-01  9999-12-31  Y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Ngày 14/03 khách lên hạng VÀNG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501    1042   BAC    2026-01-01  2026-03-13  N     &lt;- dong cu bi dong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874    1042   VANG   2026-03-14  9999-12-31  Y     &lt;- dong moi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Vì sao phải làm vậy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Đơn hàng tháng 1 vẫn trỏ khoá 501 nên báo cáo tháng 1 giữ nguyên hạng BẠC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Dòng cũ đóng ở ngày 13/03 để hai khoảng thời gian không chồng lấn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biến thể ít gặp hơn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Loại 3: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thêm cột “giá trị trước đó”, chỉ giữ được một mức lịch sử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Loại 4: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tách lịch sử sang bảng riêng, bảng chính chỉ giữ hiện tại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Loại 6: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kết hợp loại 1, 2 và 3 trong cùng một bảng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loại nào là quyết định **nghiệp vụ**, không phải kỹ thuật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Câu hỏi quyết định: báo cáo cũ chạy lại có được phép đổi số không?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loại bảng sự kiện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9204"/>
                <a:gridCol w="4052272"/>
                <a:gridCol w="354573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Loại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Một dòng là gì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Giao dịch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sự kiện tại một thời điểm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dòng hoá đơn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Ảnh chụp định kỳ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Trạng thái tại cuối mỗi kỳ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Số dư cuối mỗi ngày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Ảnh chụp tích luỹ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quy trình có nhiều mốc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Đơn hàng: đặt, gói, giao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loại độ đo theo tính cộng dồn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937"/>
                <a:gridCol w="4052272"/>
                <a:gridCol w="379900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Loại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Cộng dồn được theo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Cộng dồn đầy đủ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Mọi chiều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Doanh thu, số lượng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Cộng dồn một phần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Mọi chiều trừ thời gian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Số dư tài khoản, tồn kho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Không cộng dồn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chiều nào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Tỷ lệ, phần trăm, đơn giá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Dựng bảng sự kiện: năm quy tắc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Chốt **độ mịn** trước tiên: một dòng ứng với sự kiện gì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Tra khoá thay thế cho từng chiều tại **thời điểm sự kiện xảy ra**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giữ độ đo cộng dồn được ở mức độ mịn đã chọn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 ghi thiếu chiều thì trỏ tới dòng “không rõ”, không được bỏ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sửa bảng sự kiện đã công bố; sai thì thêm bút toán đảo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Chiều đến muộn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Sự kiện tới trước khi bản ghi chiều tương ứng kịp về kho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đơn hàng của một khách hàng vừa đăng ký cách đây vài giây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Cách xử lý: tạo **dòng chiều tạm** chỉ có khoá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Khi dữ liệu chiều thật về thì cập nhật lại dòng tạm đó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Tuyệt đối không bỏ sự kiện chỉ vì chưa có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Điều phối luồng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Luồng dữ liệu là một đồ thị phụ thuộc, không phải một dãy lệnh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Một đồ thị luồng điển hình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Mỗi nút chạy khi và chỉ khi mọi nút cha đã xong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668780" y="2924048"/>
            <a:ext cx="3320300" cy="624840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89080" y="2924048"/>
            <a:ext cx="3320301" cy="624840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668780" y="4150360"/>
            <a:ext cx="0" cy="624840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95847" y="4150360"/>
            <a:ext cx="2213534" cy="624840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09381" y="4150360"/>
            <a:ext cx="2213534" cy="624840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97540" y="2322576"/>
            <a:ext cx="1783080" cy="601472"/>
          </a:xfrm>
          <a:prstGeom prst="roundRect">
            <a:avLst>
              <a:gd name="adj" fmla="val 1064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Bảng phân tích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(gold)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48888"/>
            <a:ext cx="1783080" cy="601472"/>
          </a:xfrm>
          <a:prstGeom prst="roundRect">
            <a:avLst>
              <a:gd name="adj" fmla="val 1064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dim_khach_hang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775200"/>
            <a:ext cx="1783080" cy="601472"/>
          </a:xfrm>
          <a:prstGeom prst="roundRect">
            <a:avLst>
              <a:gd name="adj" fmla="val 10641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stg_khachhang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7841" y="3548888"/>
            <a:ext cx="1783080" cy="601472"/>
          </a:xfrm>
          <a:prstGeom prst="roundRect">
            <a:avLst>
              <a:gd name="adj" fmla="val 10641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fact_ban_hang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4307" y="4775200"/>
            <a:ext cx="1783080" cy="601472"/>
          </a:xfrm>
          <a:prstGeom prst="roundRect">
            <a:avLst>
              <a:gd name="adj" fmla="val 10641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stg_donhang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1375" y="4775200"/>
            <a:ext cx="1783080" cy="601472"/>
          </a:xfrm>
          <a:prstGeom prst="roundRect">
            <a:avLst>
              <a:gd name="adj" fmla="val 10641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stg_sanpham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sự kiện chỉ chạy sau khi mọi bảng chiều của nó đã sẵn sàng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Kích hoạt theo lịch hay theo sự kiện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Theo lịch: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chạy lúc 2 giờ sáng mỗi ngày, dù nguồn sẵn sàng hay chưa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Đơn giản nhưng dễ chạy trên dữ liệu chưa đủ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Theo sự kiện: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chạy khi nguồn báo đã ghi xong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Đúng hơn nhưng cần nguồn chịu phát tín hiệu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Thoả hiệp phổ biến: theo lịch cộng thêm **cảm biến chờ tệp**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Tính bình phương của một bước nạp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Chạy một lần hay chạy mười lần đều cho cùng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Luồng dữ liệu **sẽ** hỏng giữa chừng và **sẽ** phải chạy lại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Bước không bình phương sẽ nhân đôi dữ liệu mỗi lần chạy lại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Cách làm: xoá đúng phân vùng rồi ghi lại, hoặc trộn theo khoá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Tránh `INSERT` trần vào bảng đích trong bước nạp lại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Đây là yêu cầu bắt buộc, không phải tối ưu hoá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Nạp bình phương bằng MERGE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Nạp lại đúng một ngày, chạy bao nhiêu lần cũng như nhau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MERGE INTO fact_ban_hang 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USING (SELECT * FROM stg_donhang WHERE ngay = DATE '2026-03-14')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ON t.ma_don = s.ma_don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WHEN MATCHED THEN UPDATE SET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t.so_luong = s.so_luong, t.doanh_thu = s.doanh_thu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WHEN NOT MATCHED THEN INSERT (ma_don, so_luong, doanh_thu)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VALUES (s.ma_don, s.so_luong, s.doanh_thu);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Cách khác, đơn giản hơn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DELETE FROM fact_ban_hang WHERE ngay = DATE '2026-03-14';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INSERT INTO fact_ban_hang SELECT ... WHERE ngay = DATE '2026-03-14';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 hai đều bình phương; cách sau dễ hiểu hơn khi dữ liệu chia theo ngày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Thử lại và giới hạn thời gian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Đặt số lần thử lại hữu hạn, kèm **giãn cách tăng dần**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thử lại lỗi tạm thời; lỗi lược đồ thì thử lại vô ích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Đặt giới hạn thời gian cho mỗi bước, tránh treo cả luồng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Cảnh báo gửi cho người sửa được, không gửi vào hộp thư chung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lại thời gian chạy để phát hiện luồng chậm dần theo tháng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Chất lượng và truy vết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Luồng chạy xong không có nghĩa là dữ liệu đúng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phép kiểm tra đặt ngay trong luồng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3" y="2388616"/>
            <a:ext cx="566928" cy="56692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62385" y="2672080"/>
            <a:ext cx="102047" cy="107716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64432" y="2570032"/>
            <a:ext cx="181417" cy="209764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46504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tra số lượng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dòng nạp lệch quá 20% so với hôm qua thì dừng luồng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27444" y="2467985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2271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tra miền giá trị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Tuổi âm, ngày ở tương lai, mã tỉnh không tồn tại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0338" y="438985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5140" y="438985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219078" y="4480560"/>
            <a:ext cx="158739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46504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tra toàn vẹn tham chiếu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khoá ngoại trong bảng sự kiện phải tồn tại ở bảng chiều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0751" y="4197096"/>
            <a:ext cx="566928" cy="5669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646499" y="4372843"/>
            <a:ext cx="215432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646499" y="4372843"/>
            <a:ext cx="215432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02271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tra trùng lặp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751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Khoá nghiệp vụ không được lặp trong cùng một lần nạp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Viết một phép kiểm tra bằng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Khoá chiều mồ côi trong bảng sự kiện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COUNT(*) AS so_dong_mo_coi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fact_ban_hang 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LEFT JOIN dim_khach_hang d ON f.khoa_kh = d.khoa_tt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WHERE d.khoa_tt IS NULL;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Điều kiện dừng luồng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so_dong_mo_coi &gt; 0  -&gt;  dung luong, day sang bang cach ly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Trùng khoá nghiệp vụ trong một lần nạp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ma_kh, COUNT(*) FROM stg_khachhang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GROUP BY ma_kh HAVING COUNT(*) &gt; 1;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phép kiểm tra phải có **ngưỡng bằng số**, không được viết chung chung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Xử lý lỗi và nạp bù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 ghi hỏng đi vào **bảng cách ly**, không âm thầm biến mất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cách ly phải ghi kèm lý do bị loại và thời điểm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Nạp bù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là chạy lại luồng cho một khoảng thời gian trong quá khứ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Nạp bù chỉ an toàn khi mọi bước đều bình phương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Sau nạp bù phải đối chiếu lại số dòng với nguồn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Truy vết nguồn gốc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Trả lời được: con số này sinh ra từ bảng nào, phép biến đổi nào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buộc khi kiểm toán hoặc khi người dùng nghi ngờ báo cáo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biết sửa một cột ở nguồn sẽ làm hỏng những báo cáo nào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tối thiểu: tên nguồn, thời điểm nạp, phiên bản mã biến đổi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Đây chính là siêu dữ liệu sẽ dùng lại ở Bài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Reverse ETL: chiều ngược lại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Đưa kết quả từ kho **ngược trở lại** hệ tác nghiệp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đẩy phân khúc khách hàng vừa tính được sang hệ CRM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 đó kết quả phân tích mới thực sự thay đổi được hành động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Rủi ro: kho thành nguồn cho hệ tác nghiệp, sinh vòng phụ thuộc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bài tập lớn, chỉ cần biết khái niệm, không bắt buộc cài đặt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Luồng dữ liệu tốt được đánh giá bằng khả năng chạy lại, không bằng tốc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Luồng nhanh mà chạy lại là hỏng dữ liệu thì vô dụng trong vận hành thật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ETL biến đổi ngoài kho; ELT nạp thô rồi biến đổi trong kho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ELT khả thi nhờ lưu trữ rẻ, tính toán co giãn và lưu theo cột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sự kiện trỏ khoá thay thế, nhờ đó lưu được nhiều phiên bản chiều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đo cộng dồn một phần không được cộng qua chiều thời gian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bước nạp phải bình phương, nếu không nạp bù sẽ nhân đôi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72715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tại chỗ 2 TB, luật cấm lưu số căn cước. Chọn ETL hay ELT? Giải thích.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10817"/>
            <a:ext cx="10637215" cy="72715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Khách hàng 2077 đổi tỉnh ngày 10/05. Viết các dòng của bảng chiều loại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65987"/>
            <a:ext cx="10637215" cy="4920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số dư tài khoản không được cộng qua các ngày?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86049"/>
            <a:ext cx="10637215" cy="4920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Bước nạp dùng `INSERT INTO fact SELECT ...`. Nạp bù ba ngày thì sao?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06112"/>
            <a:ext cx="10637215" cy="4920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Sự kiện đến trước bản ghi chiều. Xử lý thế nào để không mất sự kiện?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6174"/>
            <a:ext cx="10637215" cy="72715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6.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hai phép kiểm tra chất lượng cho luồng của nhóm, kèm ngưỡng bằng số.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Reis &amp; Housley (2022), Fundamentals of Data Engineering, O'Reilly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Kimball &amp; Ross (2013), The Data Warehouse Toolkit, 3rd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Inmon (2005), Building the Data Warehouse, 4th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Reis &amp; Housley chương 6 (Storage); Kimball &amp; Ross chương 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3 - ETL và ELT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