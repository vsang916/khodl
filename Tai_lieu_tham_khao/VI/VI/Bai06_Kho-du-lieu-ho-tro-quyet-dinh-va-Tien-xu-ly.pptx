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bản lề: nửa đầu tổng kết kho dữ liệu, nửa sau mở sang khai phá.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tuần này có bài kiểm tra quá trình đầu tiên.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Hỏi: nếu không có kho dữ liệu thì phải làm những gì trước khi khai phá?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 sơ đồ OLAM đã gặp ở Bài 1, nay hiểu được đầy đủ.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dụ: luật ở mức “đồ uống” khác hẳn luật ở mức “Coca 330ml”.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mũi tên ngược: yêu cầu luôn thay đổi sau khi người dùng thấy bản đầu.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học thực tế: dự án thất bại thường vì bỏ qua bước thống nhất định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có trường phái nào đúng tuyệt đối; chọn theo quy mô tổ chức.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Nhầm thứ tự thành định danh làm mất thông tin; nhầm ngược lại tạo thông tin giả.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nhanh biểu đồ hộp lên bảng và chỉ ra điểm dị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viên: lương trung bình hay lương trung vị phản ánh đúng hơn? Vì sao?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này giải thích luôn vì sao k-medoids bền hơn k-means ở Bài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bất đẳng thức này là cách nhanh nhất để đoán hình dạng phân bố.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Quy tắc 3σ là cách phát hiện dị biệt đơn giản nhất, sẽ dùng lại ở Bài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một biểu đồ hộp lên bảng và đánh dấu năm con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Biểu đồ tần suất thường nói nhiều hơn biểu đồ hộp: nó cho thấy hai yếu vị.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chấm bộ dữ liệu bài tập lớn theo sáu chiều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quy tắc chuẩn hoá phải học trên tập huấn luyện, áp dụng cho tập kiểm thử.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cảnh báo cuối: điền giá trị làm phương sai giảm giả tạo.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biệt rõ nhiễu (sai) và dị thường (đúng nhưng hiếm).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làm giỏ thứ 3 trước khi chiếu đáp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Nhắc lại tương quan không phải nhân quả; sẽ gặp lại ở Bài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cần thuộc công thức, cần hiểu dấu và độ lớn của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e12 = 360 trước khi chiếu bảng kỳ vọng.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quan hệ giữa hai công thức: tương quan là hiệp phương sai đã chuẩn hoá.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Liên hệ: rút gọn chiều là cách chống hiện tượng số chiều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tầng là lựa chọn mặc định khi dữ liệu mất cân bằng lớp.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hạn chế cuối: nếu cần giải thích cho người nghiệp vụ thì đừng dùng PCA.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Cách thứ tư liên hệ trực tiếp với Bài 8: cây quyết định tự chọn thuộc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này đặt ngay trước phần công thức để sinh viên không nhầm hai nghĩa.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z-score bền hơn min-max khi dữ liệu có giá trị dị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z-score trước khi chiếu đáp 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lại với phân cấp khái niệm đã học ở Bài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chính là thuật toán chọn điểm cắt cho thuộc tính liên tục ở Bài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sánh với BUC ở Bài 5: cùng ý tưởng từ dưới lên, hai bài toán khác nhau.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số lấy từ Chap2 của bộ slide tham khảo; nêu rõ đây là suy luận tự động.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quy tắc min-max phải học trên tập huấn luyện rồi áp cho tập kiểm thử.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chốt cho toàn bộ phần tiền xử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lại bốn nhóm công việc tiền xử lý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1 và 3 là dạng câu hỏi bài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 dữ liệu hỗ trợ quyết định và Tiền xử lý 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Từ kho dữ liệu sang khai phá: OLAM, quy trình xây dựng và làm sạch dữ liệu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6 · 4 tiết · Chuẩn đầu ra: CLO1,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 và khai phá dữ liệu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Xây kho dữ liệu hỗ trợ quyết định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và chất lượng dữ liệu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Làm sạch dữ liệu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Tích hợp và rút gọn dữ liệu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Biến đổi và rời rạc hoá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vì sao kho dữ liệu là nền tốt cho khai phá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Nêu được các giai đoạn xây dựng kho hỗ trợ quyết định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 được bốn kiểu thuộc tính 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Xử lý được giá trị thiếu và giá trị nhiễu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được giá trị bằng min-max và 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 và khai phá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Nửa đầu học phần gặp nửa sau tại đây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Vì sao khai phá trên kho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đã được làm sạch và thống nhất quy ước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sẵn lịch sử nhiều năm để học xu hướng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cấp khái niệm cho phép khai phá ở nhiều mức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làm ảnh hưởng hiệu năng hệ tác nghiệp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Khoảng 80% công tiền xử lý đã được ETL gánh trước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Kiến trúc OLAM chi tiết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Kho 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siêu dữ liệu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Khối dữ liệu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nhiều mức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tơ OLAP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+ OLAM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Giao diện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khai phá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OLAM cho phép chuyển qua lại giữa xem tổng hợp và chạy thuật toán khai phá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 có thể khoan xuống rồi khai phá lại trên khối con vừa chọn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Khai phá đa chiều và đa mức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Cùng một thuật toán chạy lại trên nhiều mức trừu tượng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ở mức cao thường tổng quát nhưng ít giá trị hành động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Luật ở mức chi tiết cụ thể hơn nhưng dễ do ngẫu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Chiến lược thường dùng: bắt đầu từ mức cao rồi khoan xuống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Ngưỡng hỗ trợ nên giảm dần khi đi xuống các mức thấp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Xây kho dữ liệu hỗ trợ quyết định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Một dự án nghiệp vụ, không phải một dự án kỹ thuật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Các giai đoạn xây dựng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Xác định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yêu cầu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2308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81492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Mô hình hoá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5656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85745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Thiết kế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vật lý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6081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89997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Cài đặt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nạp dữ liệu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65066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94250" y="1984248"/>
            <a:ext cx="1820204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Triển khai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&amp; bảo trì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Yêu cầu phải xuất phát từ câu hỏi quyết định, không từ dữ liệu sẵn có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Xác định yêu cầu nghiệp vụ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 bằng câu hỏi: quyết định nào cần được hỗ trợ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Xác định độ đo then chốt và chiều phân tích tương ứng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Thống nhất định nghĩa nghiệp vụ của từng chỉ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Xác định độ mịn cần thiết và số năm lịch sử phải lưu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Ghi thành từ điển thuật ngữ được lãnh đạo ký duyệt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Hai trường phái mô hình hoá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Inmon — chuẩn hoá lược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trung tâm ở dạng chuẩn lược đồ 3NF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Data mart sinh ra từ kho trung tâm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Nhất quán cao, triển khai chậm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trên xuống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Kimball — mô hình chiều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 từ data mart theo chủ đề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chung bảng chiều đã chuẩn hoá ý nghĩa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kết quả sớm, cần kỷ luật cao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Từ dưới lên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Kimball &amp; Ross (2013), The Data Warehouse Toolkit, 3rd ed., Wiley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Dữ liệu và chất lượng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Biết dữ liệu của mình trước khi chọn thuật toán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kiểu thuộc tính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234"/>
                <a:gridCol w="4254886"/>
                <a:gridCol w="345709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Phép toán hợp lệ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Ví dụ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danh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=, ≠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Nghề nghiệp, màu sắc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Nhị phân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=, ≠ (hai giá trị)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Có/Không, Nam/Nữ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Thứ tự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=, ≠, &lt;, &gt;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Xếp loại học lực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Số — khoảng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+, − (không có gốc 0 thật)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Nhiệt độ °C, năm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Số — tỷ lệ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+, −, ×, ÷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Doanh thu, cân nặng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Thống kê mô tả cần xem trước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Xu hướng trung tâm: trung bình, trung vị, yếu vị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phân tán: khoảng biến thiên, tứ phân vị, độ lệch chuẩn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Trung bình rất nhạy với giá trị dị biệt, trung vị thì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Biểu đồ hộp cho thấy ngay phân bố lệch và điểm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vẽ dữ liệu trước khi tin vào con số tóm tắt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độ đo xu hướng trung tâm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mean = (Σ xᵢ)/n     median = giữa dãy     mode = hay gặp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Trung bình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dùng hết mọi giá trị nên rất nhạy với giá trị dị biệt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Trung vị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chỉ phụ thuộc thứ tự nên bền vững trước dị biệt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Yếu vị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dùng được cho cả thuộc tính định danh, khác hai độ đo kia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có thể có một, hai hay nhiều yếu vị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Trung bình bị dị biệt kéo lệch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Chín mức lương, đơn vị triệu đồng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8, 9, 10, 11, 12, 13, 14, 15, 200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Ba độ đo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mean   = (8+9+10+11+12+13+14+15+200) / 9 = 292 / 9 = 32,4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median = gia tri thu 5 = 12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mode   = khong co (moi gia tri xuat hien mot lan)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Nhận xét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Tám trong chín người có lương dưới 15, nhưng trung bình lại là 32,4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Trung vị 12 mô tả đúng hơn — vì thế báo cáo thu nhập luôn dùng trung vị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Dữ liệu cân xứng và dữ liệu lệch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Cân xứng: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trung bình bằng trung vị bằng yếu vị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Lệch dương: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yếu vị &lt; trung vị &lt; trung bình, đuôi dài về bên phải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Lệch âm: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trung bình &lt; trung vị &lt; yếu vị, đuôi dài về bên trái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 nhập, giá nhà, thời gian phản hồi hầu như luôn lệch dương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Nhận ra độ lệch quyết định nên chuẩn hoá giá trị hay lấy logarit trước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Phương sai và độ lệch chuẩn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σ² = (1/n) Σ (xᵢ − x̄)²        σ = √σ²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Phương sai đo mức phân tán quanh trung bình, đơn vị bị bình phương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lệch chuẩn trả về đơn vị gốc nên đọc được trực tiếp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Quy tắc kinh nghiệm cho phân bố chuẩn: 68% dữ liệu nằm trong μ ± σ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Và 95% nằm trong μ ± 2σ, 99,7% nằm trong μ ± 3σ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Tứ phân vị và biểu đồ hộp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Q1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là phân vị 25%, **Q3** là phân vị 75%, trung vị là Q2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Khoảng tứ phân vị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IQR = Q3 − Q1, chứa nửa giữa của dữ liệu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Biểu đồ hộp vẽ Q1, trung vị, Q3 và hai râu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nằm ngoài **1,5 × IQR** tính từ hộp bị coi là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Năm con số này mô tả phân bố mà không cần giả thiết dạng phân bố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kiểu đồ thị nên xem trước khi khai phá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023" y="2728772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47424" y="2587040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94825" y="2445308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46504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tần suất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thấy hình dạng phân bố và số yếu vị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169160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27444" y="246798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2271" y="238861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hộp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308356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thấy độ lệch và điểm dị biệt ngay lập tức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60338" y="4435205"/>
            <a:ext cx="192755" cy="19275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32463" y="4503237"/>
            <a:ext cx="170078" cy="170078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19078" y="4242450"/>
            <a:ext cx="181416" cy="1814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504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phân tán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Cho thấy quan hệ giữa hai thuộc tính, kể cả phi tuyến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977639"/>
            <a:ext cx="5181447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16105" y="438985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10908" y="438985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674845" y="4480560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02271" y="4197096"/>
            <a:ext cx="401101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phân vị Q-Q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4892040"/>
            <a:ext cx="4705959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phân bố dữ liệu với một phân bố tham chiếu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Sáu chiều chất lượng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3" y="2388616"/>
            <a:ext cx="566928" cy="56692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62385" y="2672080"/>
            <a:ext cx="102047" cy="107716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64432" y="2570032"/>
            <a:ext cx="181417" cy="209764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6504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Chính xác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Giá trị có phản ánh đúng thực tế?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08855" y="2467985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3682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Đầy đủ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2162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Bao nhiêu ô bị thiếu?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2169160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4695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29497" y="2581371"/>
            <a:ext cx="181416" cy="18141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8493434" y="2672080"/>
            <a:ext cx="158740" cy="0"/>
          </a:xfrm>
          <a:prstGeom prst="line">
            <a:avLst/>
          </a:prstGeom>
          <a:ln w="3048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20860" y="238861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Nhất quán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9340" y="308356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 nguồn có mâu thuẫn?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71676" y="4253788"/>
            <a:ext cx="453542" cy="453542"/>
          </a:xfrm>
          <a:prstGeom prst="ellipse">
            <a:avLst/>
          </a:prstGeom>
          <a:noFill/>
          <a:ln w="2794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98448" y="4355835"/>
            <a:ext cx="0" cy="124725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98448" y="4480560"/>
            <a:ext cx="113385" cy="0"/>
          </a:xfrm>
          <a:prstGeom prst="line">
            <a:avLst/>
          </a:prstGeom>
          <a:ln w="254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46504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Kịp thời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có đủ mới?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4418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0193" y="4287804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86178" y="4480560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0980" y="4333158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52634" y="4503237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3682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Đáng tin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52162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 có tin con số này?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51596" y="3977639"/>
            <a:ext cx="3362858" cy="1570736"/>
          </a:xfrm>
          <a:prstGeom prst="roundRect">
            <a:avLst>
              <a:gd name="adj" fmla="val 465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46033" y="4253788"/>
            <a:ext cx="340156" cy="340156"/>
          </a:xfrm>
          <a:prstGeom prst="ellipse">
            <a:avLst/>
          </a:prstGeom>
          <a:noFill/>
          <a:ln w="30480">
            <a:solidFill>
              <a:srgbClr val="123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8640836" y="4548591"/>
            <a:ext cx="158740" cy="158740"/>
          </a:xfrm>
          <a:prstGeom prst="line">
            <a:avLst/>
          </a:prstGeom>
          <a:ln w="3556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020860" y="4197096"/>
            <a:ext cx="21924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Dễ hiểu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9340" y="48920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Người dùng hiểu cột dữ liệu chứ?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Các bước tiền xử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Chiếm phần lớn thời gian của mọi dự án khai phá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nhóm công việc tiền xử lý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Làm sạch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Tích hợp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Rút gọn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Biến đổi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Thứ tự không cứng nhắc: thực tế các bước đan xen và lặp lại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phép biến đổi phải ghi lại để áp dụng y hệt cho dữ liệu mới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Xử lý giá trị thiếu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3" y="2075688"/>
            <a:ext cx="566928" cy="566928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190731" y="2251435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190731" y="2251435"/>
            <a:ext cx="215433" cy="215433"/>
          </a:xfrm>
          <a:prstGeom prst="line">
            <a:avLst/>
          </a:prstGeom>
          <a:ln w="3302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46504" y="1975104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Bỏ bản ghi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871216"/>
            <a:ext cx="288737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nên làm khi tỷ lệ thiếu rất nhỏ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08855" y="2155057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0" y="0"/>
                </a:moveTo>
                <a:lnTo>
                  <a:pt x="453542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8" y="351496"/>
                </a:lnTo>
                <a:lnTo>
                  <a:pt x="170078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3682" y="1975104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Điền bằng hằng số riêng để đánh dấu “không biết”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1596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74380" y="2415844"/>
            <a:ext cx="102047" cy="17007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21781" y="2274112"/>
            <a:ext cx="102047" cy="31181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69182" y="2132380"/>
            <a:ext cx="102047" cy="45354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0860" y="1975104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Điền bằng trung bình hoặc trung vị của thuộc tính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977640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338" y="4535789"/>
            <a:ext cx="192755" cy="192755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32463" y="4603821"/>
            <a:ext cx="170078" cy="170078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19078" y="4343034"/>
            <a:ext cx="181416" cy="18141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6504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Điền bằng trung bình của các bản ghi cùng lớp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3977640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88225" y="4354372"/>
            <a:ext cx="294802" cy="294802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67595" y="4637836"/>
            <a:ext cx="136062" cy="90708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84602" y="4751222"/>
            <a:ext cx="102047" cy="51023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3682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Dự đoán giá trị thiếu bằng một mô hình hồi quy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1596" y="3977640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346033" y="4354372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226771" y="0"/>
                </a:moveTo>
                <a:lnTo>
                  <a:pt x="453543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50127" y="4501774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50127" y="4700198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0860" y="4197096"/>
            <a:ext cx="219242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Cảnh báo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9340" y="5093208"/>
            <a:ext cx="2887370" cy="682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cách điền đều làm giảm phương sai thật của dữ liệu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Xử lý dữ liệu nhiễu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Chia giỏ: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sắp xếp rồi làm trơn theo trung bình hoặc biên giỏ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Hồi quy: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thay giá trị bằng giá trị trên đường khớp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điểm nằm ngoài mọi cụm bị coi là nhiễu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tra ràng buộc: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phát hiện giá trị vi phạm miền hợp lệ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phải giá trị lạ nào cũng là nhiễu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Nhiễu và giá trị dị biệt trông thế nào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Không phải điểm lạ nào cũng là nhiễu — có điểm chính là tri thức</a:t>
            </a:r>
          </a:p>
        </p:txBody>
      </p:sp>
      <p:sp>
        <p:nvSpPr>
          <p:cNvPr id="6" name="Rectangle 5"/>
          <p:cNvSpPr/>
          <p:nvPr/>
        </p:nvSpPr>
        <p:spPr>
          <a:xfrm>
            <a:off x="3626967" y="2761488"/>
            <a:ext cx="5852160" cy="1572768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09000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26967" y="3154680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5304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26967" y="354787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16087" y="2761488"/>
            <a:ext cx="0" cy="1572768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626967" y="394106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264408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Chi tiêu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6967" y="442569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Thu nhập</a:t>
            </a:r>
          </a:p>
        </p:txBody>
      </p:sp>
      <p:sp>
        <p:nvSpPr>
          <p:cNvPr id="15" name="Oval 14"/>
          <p:cNvSpPr/>
          <p:nvPr/>
        </p:nvSpPr>
        <p:spPr>
          <a:xfrm>
            <a:off x="4240308" y="3979520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17399" y="387739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33035" y="3843349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10126" y="3707179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25762" y="367313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02853" y="3571009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490" y="3468881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4126" y="3400796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11217" y="3264625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26853" y="3230583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03944" y="3128455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19581" y="3060370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33035" y="2856114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08423" y="249492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8673762" y="4047605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9150" y="3686417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2804007" y="4992624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7832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bình thường</a:t>
            </a:r>
          </a:p>
        </p:txBody>
      </p:sp>
      <p:sp>
        <p:nvSpPr>
          <p:cNvPr id="33" name="Oval 32"/>
          <p:cNvSpPr/>
          <p:nvPr/>
        </p:nvSpPr>
        <p:spPr>
          <a:xfrm>
            <a:off x="6095847" y="4992624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0167" y="484632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dị biệt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522976"/>
            <a:ext cx="10637215" cy="5303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A chi tiêu vượt xa thu nhập — có thể là gian lận, không phải nhiễu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làm trơn bằng chia giỏ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Dữ liệu đã sắp xếp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4, 8, 15, 21, 21, 24, 25, 28, 34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Chia thành 3 giỏ bằng nhau về tần suất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1: 4, 8, 15      Gio 2: 21, 21, 24     Gio 3: 25, 28, 34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Làm trơn theo trung bình giỏ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1 -&gt; 9, 9, 9     Gio 2 -&gt; 22, 22, 22   Gio 3 -&gt; 29, 29, 29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Làm trơn theo biên giỏ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Gio 1 -&gt; 4, 4, 15    Gio 2 -&gt; 21, 21, 24   Gio 3 -&gt; 25, 25, 34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Biên giỏ giữ lại hai đầu mút; trung bình giỏ làm trơn mạnh hơn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Tích hợp và dư thừa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Đồng nhất thực thể: hai bản ghi cùng một đối tượng không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dư thừa có thể suy ra từ thuộc tính khác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Kiểm tra tương quan cho thuộc tính số bằng hệ số Pearson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Kiểm tra thuộc tính định danh bằng thống kê chi bình phương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Tương quan cao không có nghĩa là nhân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số tương quan Pearson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r  =  Σ (a-ā)(b-b̄)  /  ( n · σ_a · σ_b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 &gt; 0: hai thuộc tính tăng cùng chiều; r &lt; 0: ngược chiều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|r| gần 1 báo hiệu dư thừa, nên bỏ bớt một thuộc tính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 ≈ 0 chỉ loại trừ quan hệ tuyến tính, không loại trừ mọi quan 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Kiểm định chi bình phương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χ² = Σ (quan sát − kỳ vọng)² / kỳ vọng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cho hai thuộc tính **định danh**, không dùng cho thuộc tính số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Kỳ vọng của một ô = (tổng hàng × tổng cột) / tổng chung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χ² càng lớn thì càng ít khả năng hai thuộc tính độc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Tính chi bình phương bằng tay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Bảng quan sát, trong ngoặc là kỳ vọng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      tieu thuyet    phi tieu thuyet   | tong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nam            250 (90)        200 (360)     |  450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nu              50 (210)     1 000 (840)     | 1050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tong           300            1 200          | 1500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Kỳ vọng của ô đầu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e11 = 450 x 300 / 1500 = 90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Cộng bốn số hạng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chi2 = 160^2/90 + 160^2/210 + 160^2/360 + 160^2/840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= 284,44 + 121,90 + 71,11 + 30,48 = 507,93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Bậc tự do 1, giá trị tra bảng mức 0,001 là 10,83 nên **không độc lập**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Hiệp phương sai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cov(a,b) = (1/n) Σ (aᵢ − ā)(bᵢ − b̄)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Dấu của hiệp phương sai cho biết hai thuộc tính cùng chiều hay ngược chiều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Nhưng độ lớn phụ thuộc đơn vị đo nên không so sánh được giữa các cặp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Hệ số tương quan chính là hiệp phương sai đã chia cho hai độ lệch chuẩn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Rút gọn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Rút gọn chiều: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chọn tập con thuộc tính, phân tích thành phần chính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Rút gọn số lượng: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lấy mẫu, phân cụm, mô hình tham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Nén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biến đổi wavelet, mã hoá không mất mát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Mục tiêu: giảm kích thước mà giữ được kết quả khai phá tương đương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Luôn chạy lại thuật toán trên dữ liệu rút gọn để kiểm chứng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kiểu lấy mẫu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5902"/>
                <a:gridCol w="3710656"/>
                <a:gridCol w="3710656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làm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Rủi ro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Ngẫu nhiên không hoàn lại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Rút n bản ghi, không lấy lại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Bỏ sót lớp thiểu số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Ngẫu nhiên có hoàn lại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Rút n lần, có thể trùng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Một bản ghi bị đếm nhiều lần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tầng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Chia theo lớp rồi rút trong từng lớp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Cần biết trước nhãn lớp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Theo cụm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Rút cả nhóm, ví dụ cả một chi nhánh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Sai lệch nếu các nhóm khác nhau nhiều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Rút gọn có tham số bằng hồi quy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Ý tưởng: thay cả tập dữ liệu bằng **tham số của một mô hình**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Hồi quy tuyến tính đơn: Y = wX + b, chỉ cần lưu hai số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Hồi quy nhiều biến: Y = b₀ + b₁X₁ + b₂X₂ + …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Nén rất mạnh, nhưng chỉ đúng nếu dữ liệu thật sự theo dạng đó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Đối lập: rút gọn **không tham số** không giả thiết dạng phân bố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Rút gọn không tham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Biểu đồ tần suất: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thay dữ liệu bằng số đếm của từng giỏ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giỏ đều bề rộng, hoặc đều tần suất, hoặc theo sai số nhỏ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thay mỗi cụm bằng tâm cụm và bán kính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Lấy mẫu: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giữ một tập con đại diện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cách này không cần giả thiết gì về dạng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tích thành phần chính (PCA)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Tìm k trục mới, trực giao nhau, giữ được nhiều phương sai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giá trị trước, vì PCA rất nhạy với thang đo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ma trận hiệp phương sai rồi lấy các **vector riêng** của nó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Sắp vector riêng theo **giá trị riêng** giảm dần: đó là thứ tự quan trọng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Giữ k thành phần đầu sao cho tổng phương sai giải thích được đạt 90–95%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Hạn chế: trục mới là tổ hợp của cột cũ nên **mất khả năng diễn giải**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tập con thuộc tính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Với d thuộc tính có 2^d tập con, nên không thể thử hết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Tiến dần: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bắt đầu từ tập rỗng, mỗi bước thêm thuộc tính tốt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Lùi dần: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bắt đầu từ tập đầy, mỗi bước bỏ thuộc tính tệ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Kết hợp: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vừa thêm vừa bỏ trong cùng một vòng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Dùng cây quyết định: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thuộc tính không xuất hiện trong cây thì bỏ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Sinh thuộc tính mới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Ghép nhiều thuộc tính thành một thuộc tính có nghĩa hơn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từ ngày sinh và ngày mua sinh ra tuổi tại thời điểm mua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từ chiều rộng và chiều cao sinh ra diện tích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mới thường mang tri thức miền mà dữ liệu thô không có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Đây là bước hay đem lại cải thiện lớn nhất cho mô hình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Cảnh báo: “chuẩn hoá” có hai nghĩa khác hẳn nhau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Cùng một từ, hai khái niệm không liên quan — đừng nhầm khi làm bài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2656332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Chuẩn hoá lược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8847" y="2656332"/>
            <a:ext cx="417560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Chuẩn hoá giá trị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9252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Tác động lên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93692"/>
            <a:ext cx="2176272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đích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9816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325069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Cấu trúc bảng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6" y="382584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Tách bảng theo phụ thuộc hàm (1NF…3NF)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75423" y="319582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75423" y="325069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Con số trong cột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5423" y="382584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Đưa về [0,1] hoặc trung bình 0, độ lệch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99816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EEF2F7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9816" y="448513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Bỏ dư thừa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99816" y="506028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ở Bài 3, 4 — thuộc phần kho dữ liệu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5423" y="4430268"/>
            <a:ext cx="4102455" cy="1161288"/>
          </a:xfrm>
          <a:prstGeom prst="roundRect">
            <a:avLst>
              <a:gd name="adj" fmla="val 3937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5423" y="4485132"/>
            <a:ext cx="4102455" cy="5431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So sánh được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5423" y="5060289"/>
            <a:ext cx="4102455" cy="4690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ở Bài 6, 10 — thuộc phần khai phá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phép chuẩn hoá giá trị thông dụng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v' = (v - min) / (max - min) · (M - m) +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Min-max: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đưa về khoảng [m, M], thường là [0, 1]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Z-score: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v' = (v − μ) / σ, phù hợp khi có giá trị dị biệt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Thang thập phân: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v' = v / 10^j, với j nhỏ nhất sao cho max|v'| &lt; 1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buộc chuẩn hoá giá trị trước mọi thuật toán dựa trên khoảng cách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chuẩn hoá giá trị thu nhập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Dữ liệu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Thu nhap (trieu dong/thang): min = 8, max = 88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Gia tri can chuan hoa: v = 28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Min-max về [0, 1]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v' = (28 - 8) / (88 - 8) = 20 / 80 = 0.250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Z-score với μ = 32, σ = 16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v' = (28 - 32) / 16 = -0.250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Thang thập phân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j = 2 vi max|v| = 88 &lt; 100  -&gt;  v' = 28 / 100 = 0.280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phép cho ba thang khác nhau; phải dùng nhất quán trên toàn tập dữ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Rời rạc hoá và sinh phân cấp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khoảng bằng nhau: đơn giản, nhạy với giá trị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Chia tần suất bằng nhau: mỗi khoảng có số bản ghi như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Rời rạc hoá theo entropy: dùng nhãn lớp để chọn điểm cắt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một chiều để tìm khoảng tự nhiên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rời rạc hoá chính là phân cấp khái niệm cho OLAP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Rời rạc hoá theo entropy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Có giám sát: dùng nhãn lớp để chọn điểm cắt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22576"/>
            <a:ext cx="10637215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Xét mọi giá trị làm ứng viên điểm cắt, chia dữ liệu thành hai khoảng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điểm cắt làm **entropy còn lại nhỏ nhất**, đúng như cây quyết định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Lặp đệ quy trên từng khoảng vừa tạo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Dừng khi độ lợi thông tin thêm được quá nhỏ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tốt hơn chia giỏ vì mỗi khoảng thuần nhãn hơn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ChiMerge: rời rạc hoá bằng chi bình phương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Bắt đầu: mỗi giá trị phân biệt là **một khoảng riêng**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Tính χ² cho **mọi cặp khoảng liền kề**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Gộp cặp có χ² **nhỏ nhất**: χ² nhỏ nghĩa là phân bố lớp giống nhau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Lặp cho tới khi mọi χ² vượt ngưỡng, hoặc đủ số khoảng mong muốn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Khác entropy: ChiMerge đi **từ dưới lên**, gộp dần thay vì chia dần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Sinh phân cấp cho thuộc tính định danh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Do người dùng khai báo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tường minh: cách chắc chắn đúng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Theo số giá trị phân biệt: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thuộc tính ít giá trị nằm ở mức cao hơn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Ví dụ: quốc gia 15 giá trị, tỉnh 365, quận 3 567, phố 674 339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Thứ tự đó cho ngay phân cấp quốc gia → tỉnh → quận → phố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Cảnh báo: quy tắc này sai khi một mức có nhiều giá trị bất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Tiền xử lý bằng pandas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Bốn nhóm công việc vừa học, viết bằng mã chạy được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22576"/>
            <a:ext cx="10637215" cy="3730752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3271" y="2523744"/>
            <a:ext cx="10125151" cy="33284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 = pd.read_csv("banhang.csv")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df.info()                      # kieu du lieu va so o thieu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Làm sạch: điền giá trị thiếu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df["thu_nhap"] = df["thu_nhap"].fillna(df["thu_nhap"].median())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Chuẩn hoá giá trị: min-max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lo, hi = df["thu_nhap"].min(), df["thu_nhap"].max()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df["thu_nhap_mm"] = (df["thu_nhap"] - lo) / (hi - lo)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Rời rạc hoá theo tần suất bằng nhau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df["nhom_tuoi"] = pd.qcut(df["tuoi"], q=3,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                   labels=["thap", "trung", "cao"])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Chất lượng mô hình bị chặn trên bởi chất lượng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Không thuật toán nào bù được cho dữ liệu sai hoặc thiếu ngữ cảnh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Kho dữ liệu cung cấp nền sạch và có lịch sử cho khai phá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có bốn kiểu; kiểu quyết định phép toán hợp lệ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Làm sạch xử lý giá trị thiếu và giá trị nhiễu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Rút gọn giảm chiều và giảm số lượng bản ghi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giá trị là bắt buộc trước thuật toán dựa trên khoảng cách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liệu: 13, 15, 16, 16, 19, 20, 21, 22, 22. Làm trơn bằng ba giỏ theo trung bình.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53251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Cột “tuổi” thiếu 35% giá trị. Nêu hai cách xử lý và rủi ro của mỗi cách.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50854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phải chuẩn hoá giá trị trước khi chạy k-means nhưng không cần trước cây quyết định?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48457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Hai thuộc tính có r = 0,02. Kết luận gì và không được kết luận gì?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64900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mô hình hoá theo Inmon và theo Kimball cho một ngân hàng vừa.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Kimball &amp; Ross (2013), The Data Warehouse Toolkit, 3rd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Inmon (2005), Building the Data Warehouse, 4th ed., Wiley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Giáo trình mục 4.2; quyển 1 chương 5 (khai phá luật kết hợp).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6 - Kho dữ liệu hỗ trợ quyết định và Tiền xử lý dữ liệu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