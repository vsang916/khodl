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bài tập 2 tiết; chữa nhanh, ưu tiên phần sinh viên hỏi nhiều.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mục tiêu 3: nhận ra lỗi tính toán quan trọng hơn thuộc công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bảng này đầu buổi và cuối buổi để sinh viên tự đối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Gọi một sinh viên lên bảng làm trước khi chiếu lời giải.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công thức đếm khối con: nhân, không phải cộng.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Lỗi hay gặp: chia giỏ theo khoảng thay vì theo tần suất. Nhắc rõ đề yêu cầu gì.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5 phút tự làm; giảng viên đi quanh lớp quan 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cùng lớp, hỏi từng số đếm thay vì đọc đáp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kiểm tra độ nâng để loại luật vô nghĩa, dù độ tin cậy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đoán thuộc tính gốc trước khi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chậm phần entropy; đây là kỹ năng bắt buộc của đề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Kiểm chứng cây bằng cách chạy lại cả tám hồ sơ.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to từng lỗi và hỏi ai đã mắc phải; không khí lớp sẽ cởi mở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từng nhóm hỏi tiến độ, ghi lại nhóm chậm để theo dõi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nào chưa trả lời được câu 1 thì đề tài chưa đủ rõ.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mốc nộp đề cương một trang vào tuần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Giao cả bốn câu về nhà, nộp trước buổi tuần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và thảo luận giữa kỳ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Chữa bài tập tự luận tuần 1–8 và trao đổi tiến độ bài tập lớn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9 · 2 tiết · Chuẩn đầu ra: CLO2, CLO3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 đồ kiến thức tám tuần đầu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kho dữ liệu và OLAP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tiền xử lý dữ liệu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khai phá luật kết hợp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cây quyết định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Trao đổi về bài tập lớn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8048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thống lại toàn bộ kiến thức nửa đầu học phần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7906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Tự giải được bài tập tính toán dạng đề kiểm 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40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Nhận ra và tránh được các lỗi tính toán thường gặp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7621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Xác định rõ phần việc còn lại của bài tập lớn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Bản đồ kiến thức tám tuần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Bốn khối kiến thức đã học và mối liên hệ giữa chúng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khối kiến thức đã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651"/>
                <a:gridCol w="3988955"/>
                <a:gridCol w="531860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Bài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Chủ đề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Kỹ năng phải có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Giới thiệu và quy trình KDD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diện đúng bài toán khai phá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2–3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Tích hợp dữ liệu, thu nạp, ETL và ELT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Chọn kiểu thu nạp, viết bước nạp bình phương, bảng chiều loại 2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4–5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Kiến trúc lưu trữ, mô hình đa chiều, OLAP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Thiết kế lược đồ hình sao, đếm khối con, thao tác OLAP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Tiền xử lý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Làm sạch, chuẩn hoá giá trị, rời rạc hoá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7–8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Luật kết hợp và cây quyết định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Chạy Apriori và tính độ lợi thông tin bằng tay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tập 1 và 2: Kho dữ liệu, OLAP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1: thiết kế lược đồ hình sao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Đề bài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Bệnh viện cần phân tích lượt khám theo thời gian, khoa, bác sĩ, nhóm bệnh.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Yêu cầu: xác định bảng sự kiện, các bảng chiều và độ mịn.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Lời giải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LuotKham(maThoiGian, maKhoa, maBacSi, maNhomBenh, soLuot, chiPhi)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ThoiGian (maThoiGian, ngay, thang, quy, nam)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Khoa     (maKhoa, tenKhoa, toaNha)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BacSi    (maBacSi, hoTen, hocVi, maKhoa)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NhomBenh (maNhomBenh, tenNhom, chuongICD)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mịn: một dòng cho mỗi lượt khám của một bác sĩ trong một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Lời giải bài tập 1 dưới dạng sơ đồ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095847" y="2655600"/>
            <a:ext cx="0" cy="430500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29987" y="190579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ThoiGian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58887" y="3566160"/>
            <a:ext cx="1147311" cy="0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06198" y="3191256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4046220"/>
            <a:ext cx="0" cy="430499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29987" y="4476719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BacSi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485496" y="3566160"/>
            <a:ext cx="1147311" cy="0"/>
          </a:xfrm>
          <a:prstGeom prst="line">
            <a:avLst/>
          </a:prstGeom>
          <a:ln w="2032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53776" y="3191256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NhomBenh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2807" y="30861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3177540"/>
            <a:ext cx="2926080" cy="499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LuotKham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(bảng sự kiện)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3681374"/>
            <a:ext cx="29260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0AE"/>
                </a:solidFill>
                <a:latin typeface="Segoe UI"/>
                <a:ea typeface="Segoe UI"/>
                <a:cs typeface="Segoe UI"/>
              </a:rPr>
              <a:t>soLuot · chiPhi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mịn: một dòng cho mỗi bác sĩ, mỗi nhóm bệnh, mỗi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2: khối con và thao tác OLAP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Đề bài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Khối trên có 4 chiều, số mức là 4, 2, 2, 3. Tính số khối con.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Lời giải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 = (4+1)(2+1)(2+1)(3+1) = 5 x 3 x 3 x 4 = 180 khoi con / cuboids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Câu hỏi tiếp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thao tác nào để đi từ báo cáo theo tháng sang báo cáo theo quý?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Tra loi: cuon len (roll-up) tren chieu Thoi gian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thao tác nào để chỉ xem riêng Khoa Nội?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Tra loi: cat lat (slice) voi dieu kien Khoa = 'Noi'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tập 3: Tiền xử lý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3: làm trơn và chuẩn hoá giá trị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Đề bài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Tuoi benh nhan: 13, 15, 16, 16, 19, 20, 20, 21, 22, 22, 25, 25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a) Làm trơn bằng ba giỏ tần suất bằng nhau, theo trung bình giỏ.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b) Chuẩn hoá giá trị 20 bằng min-max về khoảng [0, 1].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Lời giải câu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1: 13,15,16,16  -&gt; trung binh 15   -&gt; 15,15,15,15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2: 19,20,20,21  -&gt; trung binh 20   -&gt; 20,20,20,20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3: 22,22,25,25  -&gt; trung binh 23,5 -&gt; 23,5 x 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Lời giải câu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v' = (20 - 13) / (25 - 13) = 7 / 12 = 0,583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tập 4: Khai phá luật kết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4: đề bài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Năm giao dịch siêu thị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T1: Banh mi, Sua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T2: Banh mi, Bim, Bia, Trung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T3: Sua, Bim, Bia, Cola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T4: Banh mi, Sua, Bim, Bia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T5: Banh mi, Sua, Bim, Cola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Ký hiệu và ngưỡng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 = Banh mi   B = Sua   C = Bim   D = Bia   E = Trung   F = Cola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min_sup = 3 giao dich (60%)      min_conf = 70%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Yêu cầu: tìm mọi tập mục thường xuyên và mọi luật mạnh.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4: lời giải L₁ và L₂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Đếm 1-tập mục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A: 4 (T1,T2,T4,T5)   B: 4 (T1,T3,T4,T5)   C: 4 (T2,T3,T4,T5)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D: 3 (T2,T3,T4)      E: 1 (T2)            F: 2 (T3,T5)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L1 = {A:4, B:4, C:4, D:3}      -- loai E va F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Đếm 2-tập mục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AB: 3 (T1,T4,T5)   AC: 3 (T2,T4,T5)   AD: 2 (T2,T4)   -&gt; loai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BC: 3 (T3,T4,T5)   BD: 2 (T3,T4) -&gt; loai   CD: 3 (T2,T3,T4)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L2 = {AB:3, AC:3, BC:3, CD:3}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Chú ý: E bị loại vòng đầu nên mọi tập chứa E đều bỏ qua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4: lời giải L₃ và các luật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Sinh và cắt tỉa C₃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Noi AB voi AC -&gt; ABC ; tap con AB, AC, BC deu thuoc L2 -&gt; giu lai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Dem ABC: chi co T4, T5  -&gt;  sup = 2 &lt; 3  -&gt;  L3 rong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Sinh luật từ L₂ với min_conf = 70%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 -&gt; B  conf = 3/4 = 75%    B -&gt; A  conf = 3/4 = 75%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 -&gt; C  conf = 3/4 = 75%    C -&gt; A  conf = 3/4 = 75%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 -&gt; C  conf = 3/4 = 75%    C -&gt; B  conf = 3/4 = 75%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 -&gt; D  conf = 3/4 = 75%    D -&gt; C  conf = 3/3 = 100%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 tám luật đều mạnh; luật D → C là chắc chắn nhất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lift(D -&gt; C) = 1,00 / (4/5) = 1,25 &gt; 1  -&gt; tuong quan duong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tập 5: Cây quyết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5: đề bài duyệt hồ sơ vay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Tám hồ sơ vay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#   thu_nhap   co_nha   no_xau   duyet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1   cao        co       khong  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2   cao        khong    khong  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3   thap       co       khong    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4   thap       khong    khong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5   cao        co       co   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6   thap       co       co   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7   cao        khong    co       KHONG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8   thap       khong    khong    KHONG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Yêu cầu: chọn thuộc tính gốc bằng độ lợi thông tin, rồi vẽ cây đầy đủ.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5: tính entropy và độ lợi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Entropy tập gốc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D: 3 CO, 5 KHONG  -&gt;  Info(D) = -(3/8)log2(3/8) - (5/8)log2(5/8) = 0,954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Thuộc tính no_xau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no_xau = khong: 5 ban ghi (3 CO, 2 KHONG) -&gt; Info = 0,971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no_xau = co   : 3 ban ghi (0 CO, 3 KHONG) -&gt; Info = 0     (thuan khiet)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Info_no_xau(D) = (5/8)(0,971) + (3/8)(0) = 0,607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Gain(no_xau) = 0,954 - 0,607 = 0,347   &lt;-- LON NHAT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Hai thuộc tính còn lại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Gain(thu_nhap) = 0,954 - 0,906 = 0,049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Gain(co_nha)   = 0,954 - 0,906 = 0,049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no_xau làm nút gốc vì có độ lợi lớn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tập 5: cây kết quả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668780" y="2302093"/>
            <a:ext cx="2582456" cy="37478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393080" y="2334036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51236" y="2302093"/>
            <a:ext cx="2582456" cy="37478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975536" y="2334036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không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620158" y="3223320"/>
            <a:ext cx="2213534" cy="374783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59997" y="32552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cao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33692" y="3223320"/>
            <a:ext cx="2213534" cy="374783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73531" y="3255264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thấp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571536" y="4144548"/>
            <a:ext cx="1475690" cy="37478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742453" y="4176491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47226" y="4144548"/>
            <a:ext cx="1475689" cy="374782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18142" y="4176491"/>
            <a:ext cx="113385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không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9696" y="1755648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nợ xấu?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76875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KHÔNG DUYỆT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2152" y="2676875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 nhập?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8618" y="3598103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DUYỆT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5686" y="3598103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có nhà?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9996" y="4519330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DUYỆT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1375" y="4519330"/>
            <a:ext cx="1783080" cy="546445"/>
          </a:xfrm>
          <a:prstGeom prst="roundRect">
            <a:avLst>
              <a:gd name="adj" fmla="val 11713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DUYỆT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63721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phân loại đúng cả tám hồ sơ trong tập huấn luyện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Đúng 100% khi huấn luyện là dấu hiệu phải kiểm tra quá khớp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Năm lỗi tính toán thường gặp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Nhầm độ hỗ trợ tuyệt đối với độ hỗ trợ tương đối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Quên rằng conf(X→Y) khác conf(Y→X)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giỏ theo khoảng khi đề yêu cầu chia theo tần suất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log cơ số 10 thay vì log cơ số 2 khi tính entropy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mô hình trên chính tập huấn luyện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Trao đổi về bài tập lớn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Tiến độ mong đợi ở tuần 9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 chốt đề tài và câu hỏi nghiệp vụ cần trả lời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 thu thập và mô tả được đặc điểm bộ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 phác thảo lược đồ kho dữ liệu dạng sao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 xác định bài toán khai phá sẽ giải quyết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Đã phân công công việc rõ ràng trong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câu hỏi nhóm phải trả lời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Quyết định nào của người dùng sẽ thay đổi nhờ kết quả của nhóm?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đến từ đâu và nhóm đã kiểm tra chất lượng thế nào?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Nhóm sẽ chứng minh mô hình đúng bằng cách nào?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Chưa trả lời được cả ba thì trao đổi với giảng viên 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kiểm tra năm kỹ năng tính toán của nửa đầu học phần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Apriori: đếm, cắt tỉa, rồi mới sinh luật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quyết định: entropy trước, độ lợi sau, chọn lớn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kiểm tra độ nâng trước khi tin vào một luật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lớn phải bắt đầu từ một quyết định nghiệp vụ cụ thể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95856"/>
            <a:ext cx="10637215" cy="993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min_sup = 2 thay vì 3, tập L₃ của bài tập 4 có gì thay đổi?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tỷ lệ độ lợi của thuộc tính thu_nhập trong bài tập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97808"/>
            <a:ext cx="10637215" cy="993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giá trị dãy tuổi ở bài tập 3 bằng z-score, biết μ = 19,5 và σ = 4,0.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19472"/>
            <a:ext cx="10637215" cy="993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 kế lược đồ bông tuyết cho bài tập 1 và nêu ưu nhược điểm.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Giáo trình mục 4.4; quyển 1 chương 7 (phân cụm).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9 - Bài tập và thảo luận giữa kỳ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